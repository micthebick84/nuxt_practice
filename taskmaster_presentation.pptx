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Claude Code Taskmaster 워크플로우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Task Master를 활용한 프로젝트 관리</a:t>
            </a:r>
          </a:p>
          <a:p/>
          <a:p>
            <a:r>
              <a:t>🤖 Generated with Claude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📋 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1. Taskmaster 소개</a:t>
            </a:r>
          </a:p>
          <a:p>
            <a:pPr>
              <a:defRPr sz="2000"/>
            </a:pPr>
            <a:r>
              <a:t>2. 설치 및 초기화</a:t>
            </a:r>
          </a:p>
          <a:p>
            <a:pPr>
              <a:defRPr sz="2000"/>
            </a:pPr>
            <a:r>
              <a:t>3. Task 등록</a:t>
            </a:r>
          </a:p>
          <a:p>
            <a:pPr>
              <a:defRPr sz="2000"/>
            </a:pPr>
            <a:r>
              <a:t>4. Task 실행</a:t>
            </a:r>
          </a:p>
          <a:p>
            <a:pPr>
              <a:defRPr sz="2000"/>
            </a:pPr>
            <a:r>
              <a:t>5. Sub-Agent를 통한 상태 업데이트</a:t>
            </a:r>
          </a:p>
          <a:p>
            <a:pPr>
              <a:defRPr sz="2000"/>
            </a:pPr>
            <a:r>
              <a:t>6. 실습 예제: 사용자 프로필 관리</a:t>
            </a:r>
          </a:p>
          <a:p>
            <a:pPr>
              <a:defRPr sz="2000"/>
            </a:pPr>
            <a:r>
              <a:t>7. Git 커밋 및 관리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1️⃣ Taskmaster란?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✅ Claude Code의 프로젝트 관리 도구</a:t>
            </a:r>
          </a:p>
          <a:p>
            <a:pPr>
              <a:defRPr sz="2000"/>
            </a:pPr>
            <a:r>
              <a:t>✅ PRD(Product Requirements Document) 기반 작업 관리</a:t>
            </a:r>
          </a:p>
          <a:p>
            <a:pPr>
              <a:defRPr sz="2000"/>
            </a:pPr>
            <a:r>
              <a:t>✅ Task 분해 및 추적 기능</a:t>
            </a:r>
          </a:p>
          <a:p>
            <a:pPr>
              <a:defRPr sz="2000"/>
            </a:pPr>
            <a:r>
              <a:t>✅ Sub-agent를 통한 자동화된 진행 상황 관리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기능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🎯 Task 자동 생성 및 의존성 관리</a:t>
            </a:r>
          </a:p>
          <a:p>
            <a:pPr>
              <a:defRPr sz="2000"/>
            </a:pPr>
            <a:r>
              <a:t>📊 우선순위 및 상태 추적</a:t>
            </a:r>
          </a:p>
          <a:p>
            <a:pPr>
              <a:defRPr sz="2000"/>
            </a:pPr>
            <a:r>
              <a:t>✅ 테스트 전략 문서화</a:t>
            </a:r>
          </a:p>
          <a:p>
            <a:pPr>
              <a:defRPr sz="2000"/>
            </a:pPr>
            <a:r>
              <a:t>🤝 Sub-agent 연동 지원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2️⃣ 설치 및 초기화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 b="1"/>
            </a:pPr>
            <a:r>
              <a:t>설치</a:t>
            </a:r>
          </a:p>
          <a:p>
            <a:pPr>
              <a:defRPr sz="1600">
                <a:latin typeface="Consolas"/>
              </a:defRPr>
            </a:pPr>
            <a:r>
              <a:t>npm install -g @anthropic-ai/taskmaster</a:t>
            </a:r>
          </a:p>
          <a:p/>
          <a:p>
            <a:pPr>
              <a:defRPr sz="2400" b="1"/>
            </a:pPr>
            <a:r>
              <a:t>초기화</a:t>
            </a:r>
          </a:p>
          <a:p>
            <a:pPr>
              <a:defRPr sz="1600">
                <a:latin typeface="Consolas"/>
              </a:defRPr>
            </a:pPr>
            <a:r>
              <a:t>npx taskmaster init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생성되는 디렉토리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latin typeface="Consolas"/>
              </a:defRPr>
            </a:pPr>
            <a:r>
              <a:t>.taskmaster/</a:t>
            </a:r>
          </a:p>
          <a:p>
            <a:pPr>
              <a:defRPr sz="1800">
                <a:latin typeface="Consolas"/>
              </a:defRPr>
            </a:pPr>
            <a:r>
              <a:t>├── config.json          # 설정 파일</a:t>
            </a:r>
          </a:p>
          <a:p>
            <a:pPr>
              <a:defRPr sz="1800">
                <a:latin typeface="Consolas"/>
              </a:defRPr>
            </a:pPr>
            <a:r>
              <a:t>├── state.json           # 현재 상태</a:t>
            </a:r>
          </a:p>
          <a:p>
            <a:pPr>
              <a:defRPr sz="1800">
                <a:latin typeface="Consolas"/>
              </a:defRPr>
            </a:pPr>
            <a:r>
              <a:t>├── tasks/</a:t>
            </a:r>
          </a:p>
          <a:p>
            <a:pPr>
              <a:defRPr sz="1800">
                <a:latin typeface="Consolas"/>
              </a:defRPr>
            </a:pPr>
            <a:r>
              <a:t>│   └── tasks.json       # Task 목록</a:t>
            </a:r>
          </a:p>
          <a:p>
            <a:pPr>
              <a:defRPr sz="1800">
                <a:latin typeface="Consolas"/>
              </a:defRPr>
            </a:pPr>
            <a:r>
              <a:t>├── docs/                # PRD 문서</a:t>
            </a:r>
          </a:p>
          <a:p>
            <a:pPr>
              <a:defRPr sz="1800">
                <a:latin typeface="Consolas"/>
              </a:defRPr>
            </a:pPr>
            <a:r>
              <a:t>└── templates/           # PRD 템플릿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3️⃣ Task 등록 - PRD 작성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# 사용자 프로필 관리 시스템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## 목표</a:t>
            </a:r>
          </a:p>
          <a:p>
            <a:pPr>
              <a:defRPr sz="1600"/>
            </a:pPr>
            <a:r>
              <a:t>사용자가 자신의 프로필을 조회, 수정, 관리할 수 있는 기능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## 주요 기능</a:t>
            </a:r>
          </a:p>
          <a:p>
            <a:pPr>
              <a:defRPr sz="1600"/>
            </a:pPr>
            <a:r>
              <a:t>1. 프로필 조회 및 편집</a:t>
            </a:r>
          </a:p>
          <a:p>
            <a:pPr>
              <a:defRPr sz="1600"/>
            </a:pPr>
            <a:r>
              <a:t>2. 비밀번호 변경</a:t>
            </a:r>
          </a:p>
          <a:p>
            <a:pPr>
              <a:defRPr sz="1600"/>
            </a:pPr>
            <a:r>
              <a:t>3. 아바타 업로드</a:t>
            </a:r>
          </a:p>
          <a:p>
            <a:pPr>
              <a:defRPr sz="1600"/>
            </a:pPr>
            <a:r>
              <a:t>4. 계정 설정 및 삭제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생성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latin typeface="Consolas"/>
              </a:defRPr>
            </a:pPr>
            <a:r>
              <a:t>npx taskmaster create-tasks prd_user_profile.txt</a:t>
            </a:r>
          </a:p>
          <a:p/>
          <a:p>
            <a:pPr>
              <a:defRPr sz="2000" b="1"/>
            </a:pPr>
            <a:r>
              <a:t>생성된 10개 Tasks:</a:t>
            </a:r>
          </a:p>
          <a:p>
            <a:pPr>
              <a:defRPr sz="1600"/>
            </a:pPr>
            <a:r>
              <a:t>1. 데이터베이스 스키마 및 타입 정의</a:t>
            </a:r>
          </a:p>
          <a:p>
            <a:pPr>
              <a:defRPr sz="1600"/>
            </a:pPr>
            <a:r>
              <a:t>2. Pinia 사용자 프로필 스토어 구현</a:t>
            </a:r>
          </a:p>
          <a:p>
            <a:pPr>
              <a:defRPr sz="1600"/>
            </a:pPr>
            <a:r>
              <a:t>3. 프로필 API 엔드포인트 구현</a:t>
            </a:r>
          </a:p>
          <a:p>
            <a:pPr>
              <a:defRPr sz="1600"/>
            </a:pPr>
            <a:r>
              <a:t>4. 프로필 조회 페이지 구현</a:t>
            </a:r>
          </a:p>
          <a:p>
            <a:pPr>
              <a:defRPr sz="1600"/>
            </a:pPr>
            <a:r>
              <a:t>5. i18n 프로필 번역 키 추가</a:t>
            </a:r>
          </a:p>
          <a:p>
            <a:pPr>
              <a:defRPr sz="1600"/>
            </a:pPr>
            <a:r>
              <a:t>... (총 10개)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4️⃣ Task 실행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Claude Code에서 실행:</a:t>
            </a:r>
          </a:p>
          <a:p>
            <a:pPr>
              <a:defRPr sz="2000"/>
            </a:pPr>
            <a:r>
              <a:t>"등록된 task를 보여줘"</a:t>
            </a:r>
          </a:p>
          <a:p>
            <a:pPr>
              <a:defRPr sz="2000"/>
            </a:pPr>
            <a:r>
              <a:t>"순서대로 진행해"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Claude Code가 자동으로:</a:t>
            </a:r>
          </a:p>
          <a:p>
            <a:pPr>
              <a:defRPr sz="2000"/>
            </a:pPr>
            <a:r>
              <a:t>• 의존성 순서대로 Task 실행</a:t>
            </a:r>
          </a:p>
          <a:p>
            <a:pPr>
              <a:defRPr sz="2000"/>
            </a:pPr>
            <a:r>
              <a:t>• 각 Task의 상세 구현 진행</a:t>
            </a:r>
          </a:p>
          <a:p>
            <a:pPr>
              <a:defRPr sz="2000"/>
            </a:pPr>
            <a:r>
              <a:t>• 테스트 및 검증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1: 데이터베이스 스키마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>
                <a:latin typeface="Consolas"/>
              </a:defRPr>
            </a:pPr>
            <a:r>
              <a:t>CREATE TABLE user_profiles (</a:t>
            </a:r>
          </a:p>
          <a:p>
            <a:pPr>
              <a:defRPr sz="1400">
                <a:latin typeface="Consolas"/>
              </a:defRPr>
            </a:pPr>
            <a:r>
              <a:t>  id SERIAL PRIMARY KEY,</a:t>
            </a:r>
          </a:p>
          <a:p>
            <a:pPr>
              <a:defRPr sz="1400">
                <a:latin typeface="Consolas"/>
              </a:defRPr>
            </a:pPr>
            <a:r>
              <a:t>  user_id VARCHAR(50) UNIQUE NOT NULL</a:t>
            </a:r>
          </a:p>
          <a:p>
            <a:pPr>
              <a:defRPr sz="1400">
                <a:latin typeface="Consolas"/>
              </a:defRPr>
            </a:pPr>
            <a:r>
              <a:t>    REFERENCES com_user(user_id) ON DELETE CASCADE,</a:t>
            </a:r>
          </a:p>
          <a:p>
            <a:pPr>
              <a:defRPr sz="1400">
                <a:latin typeface="Consolas"/>
              </a:defRPr>
            </a:pPr>
            <a:r>
              <a:t>  bio TEXT,</a:t>
            </a:r>
          </a:p>
          <a:p>
            <a:pPr>
              <a:defRPr sz="1400">
                <a:latin typeface="Consolas"/>
              </a:defRPr>
            </a:pPr>
            <a:r>
              <a:t>  phone VARCHAR(20),</a:t>
            </a:r>
          </a:p>
          <a:p>
            <a:pPr>
              <a:defRPr sz="1400">
                <a:latin typeface="Consolas"/>
              </a:defRPr>
            </a:pPr>
            <a:r>
              <a:t>  avatar_url VARCHAR(500),</a:t>
            </a:r>
          </a:p>
          <a:p>
            <a:pPr>
              <a:defRPr sz="1400">
                <a:latin typeface="Consolas"/>
              </a:defRPr>
            </a:pPr>
            <a:r>
              <a:t>  preferred_language VARCHAR(10) DEFAULT 'en',</a:t>
            </a:r>
          </a:p>
          <a:p>
            <a:pPr>
              <a:defRPr sz="1400">
                <a:latin typeface="Consolas"/>
              </a:defRPr>
            </a:pPr>
            <a:r>
              <a:t>  email_notifications BOOLEAN DEFAULT true,</a:t>
            </a:r>
          </a:p>
          <a:p>
            <a:pPr>
              <a:defRPr sz="1400">
                <a:latin typeface="Consolas"/>
              </a:defRPr>
            </a:pPr>
            <a:r>
              <a:t>  created_at TIMESTAMP DEFAULT CURRENT_TIMESTAMP</a:t>
            </a:r>
          </a:p>
          <a:p>
            <a:pPr>
              <a:defRPr sz="1400">
                <a:latin typeface="Consolas"/>
              </a:defRPr>
            </a:pPr>
            <a:r>
              <a:t>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5️⃣ Sub-Agent를 통한 상태 업데이트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문제점:</a:t>
            </a:r>
          </a:p>
          <a:p>
            <a:pPr>
              <a:defRPr sz="2000"/>
            </a:pPr>
            <a:r>
              <a:t>• 모든 작업 완료 후에도 tasks.json에</a:t>
            </a:r>
          </a:p>
          <a:p>
            <a:pPr>
              <a:defRPr sz="2000"/>
            </a:pPr>
            <a:r>
              <a:t>  status: pending으로 표시됨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해결 방법:</a:t>
            </a:r>
          </a:p>
          <a:p>
            <a:pPr>
              <a:defRPr sz="2000"/>
            </a:pPr>
            <a:r>
              <a:t>"task-master 작업 상황을 업데이트하는</a:t>
            </a:r>
          </a:p>
          <a:p>
            <a:pPr>
              <a:defRPr sz="2000"/>
            </a:pPr>
            <a:r>
              <a:t> sub-agent를 만들어줘"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Sub-Agent 실행 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Before:</a:t>
            </a:r>
          </a:p>
          <a:p>
            <a:pPr>
              <a:defRPr sz="1800">
                <a:latin typeface="Consolas"/>
              </a:defRPr>
            </a:pPr>
            <a:r>
              <a:t>{ "status": "pending" }</a:t>
            </a:r>
          </a:p>
          <a:p/>
          <a:p>
            <a:pPr>
              <a:defRPr sz="2000" b="1"/>
            </a:pPr>
            <a:r>
              <a:t>After:</a:t>
            </a:r>
          </a:p>
          <a:p>
            <a:pPr>
              <a:defRPr sz="1800">
                <a:latin typeface="Consolas"/>
              </a:defRPr>
            </a:pPr>
            <a:r>
              <a:t>{ "status": "completed" }</a:t>
            </a:r>
          </a:p>
          <a:p/>
          <a:p>
            <a:pPr>
              <a:defRPr sz="1800"/>
            </a:pPr>
            <a:r>
              <a:t>✅ 10개 Task 모두 completed 상태로 변경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6️⃣ 실습 예제 - 완성된 기능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 b="1"/>
            </a:pPr>
            <a:r>
              <a:t>Backend API (5개)</a:t>
            </a:r>
          </a:p>
          <a:p>
            <a:pPr>
              <a:defRPr sz="1600"/>
            </a:pPr>
            <a:r>
              <a:t>• GET /api/users/:userId/profile</a:t>
            </a:r>
          </a:p>
          <a:p>
            <a:pPr>
              <a:defRPr sz="1600"/>
            </a:pPr>
            <a:r>
              <a:t>• PUT /api/users/:userId/profile</a:t>
            </a:r>
          </a:p>
          <a:p>
            <a:pPr>
              <a:defRPr sz="1600"/>
            </a:pPr>
            <a:r>
              <a:t>• PUT /api/users/:userId/password</a:t>
            </a:r>
          </a:p>
          <a:p>
            <a:pPr>
              <a:defRPr sz="1600"/>
            </a:pPr>
            <a:r>
              <a:t>• POST /api/users/:userId/avatar</a:t>
            </a:r>
          </a:p>
          <a:p>
            <a:pPr>
              <a:defRPr sz="1600"/>
            </a:pPr>
            <a:r>
              <a:t>• DELETE /api/users/:userId</a:t>
            </a:r>
          </a:p>
          <a:p/>
          <a:p>
            <a:pPr>
              <a:defRPr sz="2200" b="1"/>
            </a:pPr>
            <a:r>
              <a:t>Vue Components (6개)</a:t>
            </a:r>
          </a:p>
          <a:p>
            <a:pPr>
              <a:defRPr sz="1600"/>
            </a:pPr>
            <a:r>
              <a:t>ProfileCard, ProfileForm, AvatarUpload,</a:t>
            </a:r>
          </a:p>
          <a:p>
            <a:pPr>
              <a:defRPr sz="1600"/>
            </a:pPr>
            <a:r>
              <a:t>PasswordChangeForm, PasswordStrengthIndicator, SettingsPanel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7️⃣ Git 커밋 및 관리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latin typeface="Consolas"/>
              </a:defRPr>
            </a:pPr>
            <a:r>
              <a:t>git add .taskmaster/</a:t>
            </a:r>
          </a:p>
          <a:p>
            <a:pPr>
              <a:defRPr sz="1600">
                <a:latin typeface="Consolas"/>
              </a:defRPr>
            </a:pPr>
            <a:r>
              <a:t>git commit -m "taskmaster 작업 상태 업데이트"</a:t>
            </a:r>
          </a:p>
          <a:p/>
          <a:p>
            <a:pPr>
              <a:defRPr sz="2000" b="1"/>
            </a:pPr>
            <a:r>
              <a:t>결과:</a:t>
            </a:r>
          </a:p>
          <a:p>
            <a:pPr>
              <a:defRPr sz="1800"/>
            </a:pPr>
            <a:r>
              <a:t>• 6개 파일 커밋</a:t>
            </a:r>
          </a:p>
          <a:p>
            <a:pPr>
              <a:defRPr sz="1800"/>
            </a:pPr>
            <a:r>
              <a:t>• 1,289 줄 추가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워크플로우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1. PRD 작성 → 2. Task 생성 (10개)</a:t>
            </a:r>
          </a:p>
          <a:p>
            <a:pPr>
              <a:defRPr sz="2000"/>
            </a:pPr>
            <a:r>
              <a:t>     ↓</a:t>
            </a:r>
          </a:p>
          <a:p>
            <a:pPr>
              <a:defRPr sz="2000"/>
            </a:pPr>
            <a:r>
              <a:t>3. Claude Code 실행 → 4. 구현 작업</a:t>
            </a:r>
          </a:p>
          <a:p>
            <a:pPr>
              <a:defRPr sz="2000"/>
            </a:pPr>
            <a:r>
              <a:t>     ↓</a:t>
            </a:r>
          </a:p>
          <a:p>
            <a:pPr>
              <a:defRPr sz="2000"/>
            </a:pPr>
            <a:r>
              <a:t>5. 브라우저 테스트 → 6. 버그 수정</a:t>
            </a:r>
          </a:p>
          <a:p>
            <a:pPr>
              <a:defRPr sz="2000"/>
            </a:pPr>
            <a:r>
              <a:t>     ↓</a:t>
            </a:r>
          </a:p>
          <a:p>
            <a:pPr>
              <a:defRPr sz="2000"/>
            </a:pPr>
            <a:r>
              <a:t>7. Sub-Agent 상태 업데이트 → 8. Git 커밋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Taskmaster의 장점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🚀 자동화: PRD에서 Task 자동 생성</a:t>
            </a:r>
          </a:p>
          <a:p>
            <a:pPr>
              <a:defRPr sz="2000"/>
            </a:pPr>
            <a:r>
              <a:t>📊 체계성: 의존성 및 우선순위 관리</a:t>
            </a:r>
          </a:p>
          <a:p>
            <a:pPr>
              <a:defRPr sz="2000"/>
            </a:pPr>
            <a:r>
              <a:t>📝 문서화: 테스트 전략 포함</a:t>
            </a:r>
          </a:p>
          <a:p>
            <a:pPr>
              <a:defRPr sz="2000"/>
            </a:pPr>
            <a:r>
              <a:t>🤖 AI 연동: Sub-agent 자동 업데이트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성과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Consolas"/>
              </a:defRPr>
            </a:pPr>
            <a:r>
              <a:t>작업 기간           1일</a:t>
            </a:r>
          </a:p>
          <a:p>
            <a:pPr>
              <a:defRPr sz="2000">
                <a:latin typeface="Consolas"/>
              </a:defRPr>
            </a:pPr>
            <a:r>
              <a:t>완료 Task         10개</a:t>
            </a:r>
          </a:p>
          <a:p>
            <a:pPr>
              <a:defRPr sz="2000">
                <a:latin typeface="Consolas"/>
              </a:defRPr>
            </a:pPr>
            <a:r>
              <a:t>작성 코드           1,289+ 줄</a:t>
            </a:r>
          </a:p>
          <a:p>
            <a:pPr>
              <a:defRPr sz="2000">
                <a:latin typeface="Consolas"/>
              </a:defRPr>
            </a:pPr>
            <a:r>
              <a:t>생성 파일           20+ 개</a:t>
            </a:r>
          </a:p>
          <a:p>
            <a:pPr>
              <a:defRPr sz="2000">
                <a:latin typeface="Consolas"/>
              </a:defRPr>
            </a:pPr>
            <a:r>
              <a:t>API 엔드포인트       5개</a:t>
            </a:r>
          </a:p>
          <a:p>
            <a:pPr>
              <a:defRPr sz="2000">
                <a:latin typeface="Consolas"/>
              </a:defRPr>
            </a:pPr>
            <a:r>
              <a:t>Vue 컴포넌트        6개</a:t>
            </a:r>
          </a:p>
          <a:p>
            <a:pPr>
              <a:defRPr sz="2000">
                <a:latin typeface="Consolas"/>
              </a:defRPr>
            </a:pPr>
            <a:r>
              <a:t>i18n 번역         50+ 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구현된 보안 기능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🔐 bcrypt 비밀번호 해싱</a:t>
            </a:r>
          </a:p>
          <a:p>
            <a:pPr>
              <a:defRPr sz="2000"/>
            </a:pPr>
            <a:r>
              <a:t>✅ 파일 타입/크기 검증 (5MB, JPG/PNG/WebP)</a:t>
            </a:r>
          </a:p>
          <a:p>
            <a:pPr>
              <a:defRPr sz="2000"/>
            </a:pPr>
            <a:r>
              <a:t>🔒 비밀번호 복잡성 검증</a:t>
            </a:r>
          </a:p>
          <a:p>
            <a:pPr>
              <a:defRPr sz="2000"/>
            </a:pPr>
            <a:r>
              <a:t>   • 8자 이상, 대/소문자, 숫자 포함</a:t>
            </a:r>
          </a:p>
          <a:p>
            <a:pPr>
              <a:defRPr sz="2000"/>
            </a:pPr>
            <a:r>
              <a:t>🗑️ CASCADE 삭제로 데이터 무결성 보장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실전 팁 - Claude Code 명령어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latin typeface="Consolas"/>
              </a:defRPr>
            </a:pPr>
            <a:r>
              <a:t>"등록된 task를 보여줘"</a:t>
            </a:r>
          </a:p>
          <a:p>
            <a:pPr>
              <a:defRPr sz="1600">
                <a:latin typeface="Consolas"/>
              </a:defRPr>
            </a:pPr>
            <a:r>
              <a:t>"순서대로 진행해"</a:t>
            </a:r>
          </a:p>
          <a:p>
            <a:pPr>
              <a:defRPr sz="1600">
                <a:latin typeface="Consolas"/>
              </a:defRPr>
            </a:pPr>
            <a:r>
              <a:t>"Task 3부터 진행해"</a:t>
            </a:r>
          </a:p>
          <a:p>
            <a:pPr>
              <a:defRPr sz="1600">
                <a:latin typeface="Consolas"/>
              </a:defRPr>
            </a:pPr>
            <a:r>
              <a:t>"taskmaster 작업 진행 상황을 보여줘"</a:t>
            </a:r>
          </a:p>
          <a:p>
            <a:pPr>
              <a:defRPr sz="1600">
                <a:latin typeface="Consolas"/>
              </a:defRPr>
            </a:pPr>
            <a:r>
              <a:t>"작업 상황을 업데이트하는 sub-agent를 만들어줘"</a:t>
            </a:r>
          </a:p>
          <a:p>
            <a:pPr>
              <a:defRPr sz="1600">
                <a:latin typeface="Consolas"/>
              </a:defRPr>
            </a:pPr>
            <a:r>
              <a:t>"taskmaster 변경사항 커밋해줘"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PRD 작성:</a:t>
            </a:r>
          </a:p>
          <a:p>
            <a:pPr>
              <a:defRPr sz="2000"/>
            </a:pPr>
            <a:r>
              <a:t>• 명확한 목표 정의</a:t>
            </a:r>
          </a:p>
          <a:p>
            <a:pPr>
              <a:defRPr sz="2000"/>
            </a:pPr>
            <a:r>
              <a:t>• 구체적인 요구사항</a:t>
            </a:r>
          </a:p>
          <a:p>
            <a:pPr>
              <a:defRPr sz="2000"/>
            </a:pPr>
            <a:r>
              <a:t>• 기술 스택 명시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Task 관리:</a:t>
            </a:r>
          </a:p>
          <a:p>
            <a:pPr>
              <a:defRPr sz="2000"/>
            </a:pPr>
            <a:r>
              <a:t>• 작은 단위로 분해 (1-2일)</a:t>
            </a:r>
          </a:p>
          <a:p>
            <a:pPr>
              <a:defRPr sz="2000"/>
            </a:pPr>
            <a:r>
              <a:t>• 의존성 명확히</a:t>
            </a:r>
          </a:p>
          <a:p>
            <a:pPr>
              <a:defRPr sz="2000"/>
            </a:pPr>
            <a:r>
              <a:t>• 테스트 전략 포함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질문이 있으신가요?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감사합니다! 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🤖 Generated with Claude Code</a:t>
            </a:r>
          </a:p>
          <a:p/>
          <a:p>
            <a:r>
              <a:t>작성: Claude Sonnet 4.5</a:t>
            </a:r>
          </a:p>
          <a:p>
            <a:r>
              <a:t>날짜: 2025-12-21</a:t>
            </a:r>
          </a:p>
          <a:p>
            <a:r>
              <a:t>프로젝트: nuxt_practice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